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86968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TIME v4 Hook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0F2FE"/>
                </a:solidFill>
                <a:latin typeface="Aptos"/>
              </a:rPr>
              <a:t>Booking intent guard + telemetry for a time-credit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F2FE"/>
                </a:solidFill>
                <a:latin typeface="Aptos"/>
              </a:rPr>
              <a:t>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498079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Uniswap v4 validates and observes booking intent during swap. BookingManager owns service rights, inventory, quote replay protection, settlement, and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74519"/>
            <a:ext cx="2971800" cy="91440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4" y="1984248"/>
            <a:ext cx="26791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Hook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0224" y="2350008"/>
            <a:ext cx="267919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beforeSwap guard
afterSwap telemetry
ZERO_DELTA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999232"/>
            <a:ext cx="2971800" cy="91440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0224" y="3108960"/>
            <a:ext cx="26791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Booking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0224" y="3474720"/>
            <a:ext cx="267919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inventory + slots
quote validity
burn/lock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133087"/>
            <a:ext cx="2971800" cy="91440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4242816"/>
            <a:ext cx="26791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Frontend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4608575"/>
            <a:ext cx="267919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quote → hookData → swap
then bookWithCredits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Current implementation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Grounded in the current contracts, frontend services, and docs.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291840" cy="352044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18488"/>
            <a:ext cx="299923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TimePoolHook.sol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984248"/>
            <a:ext cx="2999232" cy="2953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- Enables only beforeSwap + afterSwap
- Validates pool/router allowlists
- Decodes booking hookData
- Delegates quote/inventory validity to BookingManager
- Emits TimeSwapObserved after swap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291840" cy="352044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618488"/>
            <a:ext cx="299923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BookingManager.sol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1984248"/>
            <a:ext cx="2999232" cy="2953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- Provider inventory + pause state
- EIP-712 quote validation
- Quote replay protection via usedQuotes
- Slot lock via slotTaken
- bookWithCredits burns TIME and creates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291840" cy="352044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618488"/>
            <a:ext cx="299923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Frontend + v4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1984248"/>
            <a:ext cx="2999232" cy="2953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- /api/booking/quote returns BookingQuote
- buildHookData ABI-encodes quote
- Universal Router executes V4_SWAP
- UI calls bookWithCredits after swap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881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Primary evidence: contracts/src/TimePoolHook.sol, contracts/src/BookingManager.sol, src/app/services/uniswapV4Service.ts, src/app/components/time-market/BookingCheckout.tsx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Hook permission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The hook is intentionally narrow: no custom accounting and no booking lifecycle mutation.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51760" cy="105156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64207"/>
            <a:ext cx="23591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beforeSwap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029967"/>
            <a:ext cx="2359152" cy="484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ENABLED
Guard: pool, router, hookData, quote,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554480"/>
            <a:ext cx="2651760" cy="105156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3904" y="1664207"/>
            <a:ext cx="23591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afterSwap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2029967"/>
            <a:ext cx="2359152" cy="484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ENABLED
Telemetry only: TimeSwapObserved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2148840" cy="105156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1664207"/>
            <a:ext cx="185623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Return deltas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2029967"/>
            <a:ext cx="1856232" cy="484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DISABLED
No custom swap amounts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554480"/>
            <a:ext cx="2148840" cy="105156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1664207"/>
            <a:ext cx="185623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Liquidity callbacks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2029967"/>
            <a:ext cx="1856232" cy="484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DISABLED
No hook-owned LP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Callback 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63240"/>
            <a:ext cx="1188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63240"/>
            <a:ext cx="56692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Why it matters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1078992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630168"/>
            <a:ext cx="10497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3016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ptos"/>
              </a:rPr>
              <a:t>beforeSwap / afterSwap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630168"/>
            <a:ext cx="1005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6A34A"/>
                </a:solidFill>
                <a:latin typeface="Aptos"/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630168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tos"/>
              </a:rPr>
              <a:t>Validate booking-aware intent during swap and emit lightweight observability.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14800"/>
            <a:ext cx="10789920" cy="502920"/>
          </a:xfrm>
          <a:prstGeom prst="roundRect">
            <a:avLst/>
          </a:prstGeom>
          <a:solidFill>
            <a:srgbClr val="E0F2FE"/>
          </a:solidFill>
          <a:ln w="1651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224528"/>
            <a:ext cx="10497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245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ptos"/>
              </a:rPr>
              <a:t>beforeSwapReturnDelta / afterSwapReturnDelta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24528"/>
            <a:ext cx="1005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Aptos"/>
              </a:rPr>
              <a:t>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224528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tos"/>
              </a:rPr>
              <a:t>Avoids NoOp/custom-delta rug and prevents hook from becoming AMM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09160"/>
            <a:ext cx="1078992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4818888"/>
            <a:ext cx="10497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1888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ptos"/>
              </a:rPr>
              <a:t>add/remove liquidity callbacks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818888"/>
            <a:ext cx="1005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Aptos"/>
              </a:rPr>
              <a:t>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818888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tos"/>
              </a:rPr>
              <a:t>Keeps LP accounting outside the marketplace hook.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303520"/>
            <a:ext cx="10789920" cy="502920"/>
          </a:xfrm>
          <a:prstGeom prst="roundRect">
            <a:avLst/>
          </a:prstGeom>
          <a:solidFill>
            <a:srgbClr val="E0F2FE"/>
          </a:solidFill>
          <a:ln w="1651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413248"/>
            <a:ext cx="10497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1324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ptos"/>
              </a:rPr>
              <a:t>booking settlement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413248"/>
            <a:ext cx="1005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DC2626"/>
                </a:solidFill>
                <a:latin typeface="Aptos"/>
              </a:rPr>
              <a:t>Not a hook permission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413248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Aptos"/>
              </a:rPr>
              <a:t>Settlement lives in BookingManager after final TIME ownership exists.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Activity flow: swap then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A valid booking-aware swap does not automatically create a booking.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395728" cy="1143000"/>
          </a:xfrm>
          <a:prstGeom prst="roundRect">
            <a:avLst/>
          </a:prstGeom>
          <a:solidFill>
            <a:srgbClr val="E0F2FE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1848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Aptos"/>
              </a:rPr>
              <a:t>1. Select provider +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424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Buyer chooses service inventory in the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2093976"/>
            <a:ext cx="329183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9000" y="1508760"/>
            <a:ext cx="2395728" cy="114300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61848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2. Get signed quote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198424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API/BookingManager checks provider, hours, slot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2093976"/>
            <a:ext cx="329184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508760"/>
            <a:ext cx="2395728" cy="114300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61848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3. Encode hookData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8424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Frontend builds ABI quote tuple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13648" y="2093976"/>
            <a:ext cx="329184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39" y="1508760"/>
            <a:ext cx="2395728" cy="1143000"/>
          </a:xfrm>
          <a:prstGeom prst="roundRect">
            <a:avLst/>
          </a:prstGeom>
          <a:solidFill>
            <a:srgbClr val="FEF3C7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3" y="161848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Aptos"/>
              </a:rPr>
              <a:t>4. V4 swap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3" y="198424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Universal Router → PoolManager → TIME/USDC pool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0080" y="2651760"/>
            <a:ext cx="9564623" cy="731519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383279"/>
            <a:ext cx="2395728" cy="114300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49300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5. Hook validates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85876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beforeSwap checks allowlists, quote, inventory, replay policy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35808" y="3968496"/>
            <a:ext cx="329183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29000" y="3383279"/>
            <a:ext cx="2395728" cy="114300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349300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6. Telemetry emitted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385876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afterSwap emits TimeSwapObserved only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24728" y="3968496"/>
            <a:ext cx="329184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17920" y="3383279"/>
            <a:ext cx="2395728" cy="114300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493008"/>
            <a:ext cx="21031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7. Book with credits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3858768"/>
            <a:ext cx="2103120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BookingManager burns TIME, locks slot, creates booking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5102352"/>
            <a:ext cx="2697480" cy="91440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0264" y="5212080"/>
            <a:ext cx="240487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Aptos"/>
              </a:rPr>
              <a:t>Failure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5577840"/>
            <a:ext cx="24048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If swap succeeds but booking fails, UI can retry bookWithCredits with settled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Marketplace/app domain stays separate from Uniswap v4 liquidity domain.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61872"/>
            <a:ext cx="5166360" cy="4526280"/>
          </a:xfrm>
          <a:prstGeom prst="roundRect">
            <a:avLst/>
          </a:prstGeom>
          <a:solidFill>
            <a:srgbClr val="E0F2FE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371600"/>
            <a:ext cx="48737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Aptos"/>
              </a:rPr>
              <a:t>Marketplace / app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61872"/>
            <a:ext cx="5440680" cy="452628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8504" y="1371600"/>
            <a:ext cx="514807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Uniswap v4 liquidity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50876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29968"/>
            <a:ext cx="1216151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Aptos"/>
              </a:rPr>
              <a:t>Buyer 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95728"/>
            <a:ext cx="1216151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USDC +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783080"/>
            <a:ext cx="22860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892807"/>
            <a:ext cx="19933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Aptos"/>
              </a:rPr>
              <a:t>Next.js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258568"/>
            <a:ext cx="1993392" cy="30175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BookingCheckout + marketplace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944368"/>
            <a:ext cx="2286000" cy="86868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6664" y="3054096"/>
            <a:ext cx="199339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/api/booking/quote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419856"/>
            <a:ext cx="1993392" cy="30175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real EIP-712 quote
mock UI-only 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4297680"/>
            <a:ext cx="2423160" cy="91440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4407408"/>
            <a:ext cx="21305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BookingManager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4773168"/>
            <a:ext cx="21305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inventory, slots, usedQuotes, bookWithCredits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0560"/>
            <a:ext cx="1508760" cy="731520"/>
          </a:xfrm>
          <a:prstGeom prst="roundRect">
            <a:avLst/>
          </a:prstGeom>
          <a:solidFill>
            <a:srgbClr val="FEF3C7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4590288"/>
            <a:ext cx="1216151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Aptos"/>
              </a:rPr>
              <a:t>TIME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956048"/>
            <a:ext cx="1216151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1e18 = 1 hour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1874519"/>
            <a:ext cx="1874519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1984248"/>
            <a:ext cx="1581911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Universal 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2350008"/>
            <a:ext cx="1581911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Permit2 + V4_SWAP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874519"/>
            <a:ext cx="1874519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984248"/>
            <a:ext cx="1581911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PoolManager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350008"/>
            <a:ext cx="1581911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flash accounting callbacks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337560"/>
            <a:ext cx="1874519" cy="786384"/>
          </a:xfrm>
          <a:prstGeom prst="roundRect">
            <a:avLst/>
          </a:prstGeom>
          <a:solidFill>
            <a:srgbClr val="FEF3C7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3447288"/>
            <a:ext cx="1581911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Aptos"/>
              </a:rPr>
              <a:t>TIME/USDC 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813048"/>
            <a:ext cx="1581911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price discovery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429000"/>
            <a:ext cx="2084831" cy="1024128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538728"/>
            <a:ext cx="1792223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TimePoolHook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3904487"/>
            <a:ext cx="1792223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beforeSwap guard
afterSwap telemetry
ZERO_DELTA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010912"/>
            <a:ext cx="17830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4" y="5120640"/>
            <a:ext cx="149047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334155"/>
                </a:solidFill>
                <a:latin typeface="Aptos"/>
              </a:rPr>
              <a:t>Event 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5704" y="5486400"/>
            <a:ext cx="1490472" cy="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TimeSwapObserved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331720" y="2221992"/>
            <a:ext cx="548640" cy="4572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23360" y="2651760"/>
            <a:ext cx="0" cy="292608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23360" y="3813048"/>
            <a:ext cx="0" cy="484632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166360" y="2221992"/>
            <a:ext cx="1371600" cy="18288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12480" y="2267712"/>
            <a:ext cx="73152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58400" y="2660904"/>
            <a:ext cx="0" cy="676656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577072" y="3703320"/>
            <a:ext cx="566928" cy="18288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212080" y="3977639"/>
            <a:ext cx="1280160" cy="731521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98079" y="4453128"/>
            <a:ext cx="0" cy="557784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212080" y="2651760"/>
            <a:ext cx="1325880" cy="187452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5897880"/>
            <a:ext cx="1042416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1">
                <a:solidFill>
                  <a:srgbClr val="DC2626"/>
                </a:solidFill>
                <a:latin typeface="Aptos"/>
              </a:rPr>
              <a:t>Invariant: booking state is never created by the hook; it is created only in BookingManager after settled TIME credits are available.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Security boundary and invariants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The presentation should not imply atomic service booking inside a v4 callback.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96012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2704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No booking in callbacks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9280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Hook never calls bookWithCredits, never burns TIME, never reserves a slot.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74920" cy="96012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152704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Pool + router allowlists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89280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_validatePoolAndRouter gates both beforeSwap and afterSwap.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074920" cy="960120"/>
          </a:xfrm>
          <a:prstGeom prst="roundRect">
            <a:avLst/>
          </a:prstGeom>
          <a:solidFill>
            <a:srgbClr val="FEF3C7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94436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97706"/>
                </a:solidFill>
                <a:latin typeface="Aptos"/>
              </a:rPr>
              <a:t>hookData policy is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31012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Empty hookData can pass unless strict mode is enabled; mock quotes are UI/dev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074920" cy="960120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94436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Quote replay is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31012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Hook-level consumedHookQuote guards trusted routers; BookingManager.usedQuotes creates booking replay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074920" cy="960120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36168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afterSwap is telemetry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72744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It decodes buyer/quoteId and emits TimeSwapObserved; it returns zero settlement delta.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074920" cy="960120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4361688"/>
            <a:ext cx="478231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Booking can fail after swap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727448"/>
            <a:ext cx="4782312" cy="3931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UI preserves a retry state when swap confirmation succeeds but booking transaction fails.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Verification evidence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tos"/>
              </a:rPr>
              <a:t>Existing tests and docs support the artifact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977639"/>
          </a:xfrm>
          <a:prstGeom prst="roundRect">
            <a:avLst/>
          </a:prstGeom>
          <a:solidFill>
            <a:srgbClr val="EDE9FE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52704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Contract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92808"/>
            <a:ext cx="3044952" cy="341071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TimePoolHook.t.sol covers permissions, owner config, pool/router allowlists, malformed hookData, missing buyer, zero hours, inventory bounds, invalid quote, quote replay, untrusted routers, and telemetry-only afterSwap.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3977639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52704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Source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1892808"/>
            <a:ext cx="3044952" cy="341071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TimePoolHook.sol shows beforeSwap/afterSwap only and ZERO_DELTA. BookingManager.sol shows usedQuotes, inventory decrement, slotTaken, TIME burn, and Booking struct creation inside bookWithCredits.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3977639"/>
          </a:xfrm>
          <a:prstGeom prst="roundRect">
            <a:avLst/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52704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16A34A"/>
                </a:solidFill>
                <a:latin typeface="Aptos"/>
              </a:rPr>
              <a:t>Docs + app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1892808"/>
            <a:ext cx="3044952" cy="341071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Architecture and security docs record the boundary. BookingCheckout runs swap first, then submitBooking; failure state supports retry after swap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80" b="0">
                <a:solidFill>
                  <a:srgbClr val="64748B"/>
                </a:solidFill>
                <a:latin typeface="Aptos"/>
              </a:rPr>
              <a:t>Useful commands for deeper verification: forge test -vvv; forge snapshot --match-contract TimePoolHookTest --skip script; npm run build; npx tsc --noEmit --pretty false --incremental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86968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Simple explanation for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0F2FE"/>
                </a:solidFill>
                <a:latin typeface="Aptos"/>
              </a:rPr>
              <a:t>Use this framing when walking non-specialists through the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37560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0992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563EB"/>
                </a:solidFill>
                <a:latin typeface="Aptos"/>
              </a:rPr>
              <a:t>1. TIME is liquid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075688"/>
            <a:ext cx="3044952" cy="15361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Users can acquire fungible TIME credits through a Uniswap v4 TIME/USDC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337560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70992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7C3AED"/>
                </a:solidFill>
                <a:latin typeface="Aptos"/>
              </a:rPr>
              <a:t>2. Hook checks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075688"/>
            <a:ext cx="3044952" cy="15361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The hook can reject unsafe booking-aware swaps but does not create service rights.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00200"/>
            <a:ext cx="3337560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709928"/>
            <a:ext cx="3044952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50" b="1">
                <a:solidFill>
                  <a:srgbClr val="DC2626"/>
                </a:solidFill>
                <a:latin typeface="Aptos"/>
              </a:rPr>
              <a:t>3. Booking is separate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075688"/>
            <a:ext cx="3044952" cy="15361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30" b="0">
                <a:solidFill>
                  <a:srgbClr val="334155"/>
                </a:solidFill>
                <a:latin typeface="Aptos"/>
              </a:rPr>
              <a:t>BookingManager burns/locks settled TIME and creates the actual booking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463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0F2FE"/>
                </a:solidFill>
                <a:latin typeface="Aptos"/>
              </a:rPr>
              <a:t>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76809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- docs/diagrams/time-v4-booking-activity.excalidraw
- docs/diagrams/time-v4-system-architecture.excalidraw
- docs/presentations/time-v4-hook-implementation.pptx
- docs/presentations/time-v4-hook-implementation.pdf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669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time-tokenAIzer · Uniswap v4 hook artifacts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